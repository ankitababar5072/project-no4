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63" r:id="rId4"/>
    <p:sldId id="260" r:id="rId5"/>
    <p:sldId id="273" r:id="rId6"/>
    <p:sldId id="261" r:id="rId7"/>
    <p:sldId id="262" r:id="rId8"/>
    <p:sldId id="265" r:id="rId9"/>
    <p:sldId id="266" r:id="rId10"/>
    <p:sldId id="270" r:id="rId11"/>
    <p:sldId id="267" r:id="rId12"/>
    <p:sldId id="268" r:id="rId13"/>
    <p:sldId id="269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97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7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3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77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5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6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4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8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7CFC54E8-CE71-4C3C-8CDF-F39E7273B71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E1D86A6-B819-45B3-938B-14C2CD89B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27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6503" y="1227908"/>
            <a:ext cx="7549742" cy="1145178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NextHikes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206" y="2971800"/>
            <a:ext cx="10698480" cy="1905000"/>
          </a:xfrm>
        </p:spPr>
        <p:txBody>
          <a:bodyPr>
            <a:normAutofit fontScale="92500"/>
          </a:bodyPr>
          <a:lstStyle/>
          <a:p>
            <a:r>
              <a:rPr lang="en-US" sz="3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 and Price Prediction for Mobile </a:t>
            </a:r>
            <a:r>
              <a:rPr lang="en-US" sz="35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Phones</a:t>
            </a:r>
          </a:p>
          <a:p>
            <a:pPr algn="r"/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By- Ankita Babar</a:t>
            </a:r>
            <a:endParaRPr lang="en-US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32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98" y="731520"/>
            <a:ext cx="3251345" cy="896112"/>
          </a:xfrm>
        </p:spPr>
        <p:txBody>
          <a:bodyPr>
            <a:normAutofit fontScale="90000"/>
          </a:bodyPr>
          <a:lstStyle/>
          <a:p>
            <a:r>
              <a:rPr lang="en-US" sz="4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 :-</a:t>
            </a:r>
            <a:endParaRPr lang="en-US" sz="4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759" y="1881052"/>
            <a:ext cx="7347857" cy="3291839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Smartphones come with different specifications such as RAM, memory, processor, battery, and camera.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price of a smartphone mainly depends on these features.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focuses on predicting </a:t>
            </a:r>
            <a:r>
              <a:rPr lang="en-US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prices using machine learning algorithms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based on their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423138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68633" y="2177578"/>
            <a:ext cx="7987937" cy="3517828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 the price of mobile phones using machine learning</a:t>
            </a:r>
            <a:b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Analyze how different features affect mobile prices</a:t>
            </a:r>
            <a:b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Identify the most important features influencing price</a:t>
            </a:r>
            <a:b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Build an accurate prediction model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836023"/>
            <a:ext cx="3643231" cy="660980"/>
          </a:xfrm>
        </p:spPr>
        <p:txBody>
          <a:bodyPr>
            <a:normAutofit/>
          </a:bodyPr>
          <a:lstStyle/>
          <a:p>
            <a:r>
              <a:rPr lang="en-US" sz="3600" u="sng" dirty="0"/>
              <a:t>Project </a:t>
            </a:r>
            <a:r>
              <a:rPr lang="en-US" sz="3600" u="sng" dirty="0" smtClean="0"/>
              <a:t>Objective:-</a:t>
            </a:r>
            <a:endParaRPr lang="en-US" sz="3600" u="sng" dirty="0"/>
          </a:p>
        </p:txBody>
      </p:sp>
    </p:spTree>
    <p:extLst>
      <p:ext uri="{BB962C8B-B14F-4D97-AF65-F5344CB8AC3E}">
        <p14:creationId xmlns:p14="http://schemas.microsoft.com/office/powerpoint/2010/main" val="340401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0891"/>
            <a:ext cx="4296374" cy="948363"/>
          </a:xfrm>
        </p:spPr>
        <p:txBody>
          <a:bodyPr>
            <a:normAutofit/>
          </a:bodyPr>
          <a:lstStyle/>
          <a:p>
            <a:r>
              <a:rPr lang="en-US" sz="3600" u="sng" dirty="0" smtClean="0"/>
              <a:t>Data Understanding:-</a:t>
            </a:r>
            <a:endParaRPr lang="en-US" sz="3600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11234"/>
            <a:ext cx="7315200" cy="387575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exploration of dataset included: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Checking dataset structure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Identifying missing values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Understanding data types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Separating categorical and numerical features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helped prepare the dataset for further processing.</a:t>
            </a:r>
          </a:p>
        </p:txBody>
      </p:sp>
    </p:spTree>
    <p:extLst>
      <p:ext uri="{BB962C8B-B14F-4D97-AF65-F5344CB8AC3E}">
        <p14:creationId xmlns:p14="http://schemas.microsoft.com/office/powerpoint/2010/main" val="79741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62148"/>
            <a:ext cx="3630168" cy="634855"/>
          </a:xfrm>
        </p:spPr>
        <p:txBody>
          <a:bodyPr>
            <a:normAutofit/>
          </a:bodyPr>
          <a:lstStyle/>
          <a:p>
            <a:r>
              <a:rPr lang="en-US" sz="3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Data Cleaning:-</a:t>
            </a:r>
            <a:endParaRPr lang="en-US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2326" y="1802674"/>
            <a:ext cx="7315200" cy="356616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preprocessing some columns were removed.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features: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Unnamed column (index column)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Model column (not useful for prediction)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unnecessary features helps improve model performance.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71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6" y="838277"/>
            <a:ext cx="6531428" cy="5041673"/>
          </a:xfrm>
        </p:spPr>
      </p:pic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05249" y="1096955"/>
            <a:ext cx="526918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Heatmap shows relationships between features and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RAM has a strong positive correlation with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Memory also positively affects mobile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Rear camera has a moderate impact on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Battery has a slight positive relationship with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RAM and Memory are the most important factors for price.</a:t>
            </a:r>
          </a:p>
        </p:txBody>
      </p:sp>
    </p:spTree>
    <p:extLst>
      <p:ext uri="{BB962C8B-B14F-4D97-AF65-F5344CB8AC3E}">
        <p14:creationId xmlns:p14="http://schemas.microsoft.com/office/powerpoint/2010/main" val="175988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134" y="383358"/>
            <a:ext cx="2865992" cy="4637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RAM  vs  PRICE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29" y="1136469"/>
            <a:ext cx="6321289" cy="430540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48273" y="1552483"/>
            <a:ext cx="5104094" cy="2651760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Strong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positive relationship.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RAM increases, price increases.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RAM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one of the most important pricing factors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Higher RAM mobiles usually have higher prices.</a:t>
            </a:r>
          </a:p>
          <a:p>
            <a:pPr>
              <a:buClr>
                <a:schemeClr val="tx1"/>
              </a:buClr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93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775" y="274320"/>
            <a:ext cx="3310128" cy="515983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Battery vs Price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3" y="1006206"/>
            <a:ext cx="6544588" cy="4505954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127" y="1006206"/>
            <a:ext cx="5199016" cy="2321990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Slight positive trend.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Bigger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battery slightly increases price.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battery alone does not decide price</a:t>
            </a:r>
          </a:p>
        </p:txBody>
      </p:sp>
    </p:spTree>
    <p:extLst>
      <p:ext uri="{BB962C8B-B14F-4D97-AF65-F5344CB8AC3E}">
        <p14:creationId xmlns:p14="http://schemas.microsoft.com/office/powerpoint/2010/main" val="22264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809" y="235130"/>
            <a:ext cx="4668664" cy="561703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Average Price vs Brand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09" y="1074629"/>
            <a:ext cx="6125936" cy="426905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59624" y="1203033"/>
            <a:ext cx="5410307" cy="4048235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Premium brands have higher average prices.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Budget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brands offer lower-priced mobiles.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shows the average price distribution of different mobile models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models fall in the premium price range, while others belong to budget segments.</a:t>
            </a:r>
          </a:p>
        </p:txBody>
      </p:sp>
    </p:spTree>
    <p:extLst>
      <p:ext uri="{BB962C8B-B14F-4D97-AF65-F5344CB8AC3E}">
        <p14:creationId xmlns:p14="http://schemas.microsoft.com/office/powerpoint/2010/main" val="309345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1965"/>
            <a:ext cx="5563471" cy="608729"/>
          </a:xfrm>
        </p:spPr>
        <p:txBody>
          <a:bodyPr>
            <a:normAutofit/>
          </a:bodyPr>
          <a:lstStyle/>
          <a:p>
            <a:r>
              <a:rPr lang="en-US" sz="3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>
                <a:latin typeface="Arial" panose="020B0604020202020204" pitchFamily="34" charset="0"/>
                <a:cs typeface="Arial" panose="020B0604020202020204" pitchFamily="34" charset="0"/>
              </a:rPr>
              <a:t>Data Visualization </a:t>
            </a:r>
            <a:r>
              <a:rPr lang="en-US" sz="3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Insights:-</a:t>
            </a:r>
            <a:endParaRPr lang="en-US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2377440"/>
            <a:ext cx="7315200" cy="3209544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 observed: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Higher RAM generally increases mobile price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Phones with larger memory tend to be more expensive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Processor type strongly affects price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Battery capacity has moderate impact on price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02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57645"/>
            <a:ext cx="3643231" cy="647918"/>
          </a:xfrm>
        </p:spPr>
        <p:txBody>
          <a:bodyPr>
            <a:normAutofit/>
          </a:bodyPr>
          <a:lstStyle/>
          <a:p>
            <a:r>
              <a:rPr 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Feature </a:t>
            </a:r>
            <a:r>
              <a:rPr lang="en-US" sz="32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Extraction:-</a:t>
            </a:r>
            <a:endParaRPr lang="en-U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254034"/>
            <a:ext cx="7315200" cy="433294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features were extracted and converted into useful formats.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Memory converted into numeric values (GB)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RAM converted into numeric format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Battery capacity used as numerical feature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helps the model learn better patterns.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49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22960"/>
            <a:ext cx="4152682" cy="687106"/>
          </a:xfrm>
        </p:spPr>
        <p:txBody>
          <a:bodyPr>
            <a:normAutofit/>
          </a:bodyPr>
          <a:lstStyle/>
          <a:p>
            <a:r>
              <a:rPr lang="en-US" sz="3600" u="sng" dirty="0">
                <a:latin typeface="Arial" panose="020B0604020202020204" pitchFamily="34" charset="0"/>
                <a:cs typeface="Arial" panose="020B0604020202020204" pitchFamily="34" charset="0"/>
              </a:rPr>
              <a:t>Label </a:t>
            </a:r>
            <a:r>
              <a:rPr lang="en-US" sz="3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Encoding:-</a:t>
            </a:r>
            <a:endParaRPr lang="en-US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2682" y="1785693"/>
            <a:ext cx="7315200" cy="3870524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Categorical features were converted into numeric values using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 Encoding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Encoded features include: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Colour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Processor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Camera related features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step makes the data suitable for machine learning algorithms.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37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36022"/>
            <a:ext cx="3422469" cy="647918"/>
          </a:xfrm>
        </p:spPr>
        <p:txBody>
          <a:bodyPr>
            <a:normAutofit/>
          </a:bodyPr>
          <a:lstStyle/>
          <a:p>
            <a:r>
              <a:rPr lang="en-US" sz="3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Model Acurracy:-</a:t>
            </a:r>
            <a:endParaRPr lang="en-US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9263" y="2073075"/>
            <a:ext cx="7315200" cy="2681805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models: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Regression –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 –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85%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–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accuracy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provided the best prediction results.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90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58092"/>
            <a:ext cx="5733288" cy="556478"/>
          </a:xfrm>
        </p:spPr>
        <p:txBody>
          <a:bodyPr>
            <a:normAutofit fontScale="90000"/>
          </a:bodyPr>
          <a:lstStyle/>
          <a:p>
            <a:r>
              <a:rPr lang="en-US" sz="3600" u="sng" dirty="0">
                <a:latin typeface="Arial" panose="020B0604020202020204" pitchFamily="34" charset="0"/>
                <a:cs typeface="Arial" panose="020B0604020202020204" pitchFamily="34" charset="0"/>
              </a:rPr>
              <a:t>Challenges Faced &amp; </a:t>
            </a:r>
            <a:r>
              <a:rPr lang="en-US" sz="3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Solutions:-</a:t>
            </a:r>
            <a:endParaRPr lang="en-US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2090057"/>
            <a:ext cx="7315200" cy="3997234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Handling categorical data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Cleaning inconsistent data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Feature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Applied label encoding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Removed unnecessary columns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Used feature importance to select best features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08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6834"/>
            <a:ext cx="2833333" cy="804672"/>
          </a:xfrm>
        </p:spPr>
        <p:txBody>
          <a:bodyPr>
            <a:normAutofit/>
          </a:bodyPr>
          <a:lstStyle/>
          <a:p>
            <a:r>
              <a:rPr lang="en-US" sz="3600" u="sng" dirty="0"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  <a:r>
              <a:rPr lang="en-US" sz="3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:-</a:t>
            </a:r>
            <a:endParaRPr lang="en-US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7823" y="1601506"/>
            <a:ext cx="7315200" cy="372814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model performed the best in predicting mobile prices.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factors affecting price: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RAM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Memory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Processor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Camera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48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901" y="2481943"/>
            <a:ext cx="4358270" cy="1427339"/>
          </a:xfrm>
        </p:spPr>
        <p:txBody>
          <a:bodyPr>
            <a:normAutofit/>
          </a:bodyPr>
          <a:lstStyle/>
          <a:p>
            <a:r>
              <a:rPr lang="en-US" sz="48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YOU!!</a:t>
            </a:r>
            <a:endParaRPr lang="en-US" sz="4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9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A3F38"/>
      </a:dk2>
      <a:lt2>
        <a:srgbClr val="EEEDCB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1435</TotalTime>
  <Words>330</Words>
  <Application>Microsoft Office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Corbel</vt:lpstr>
      <vt:lpstr>Wingdings 2</vt:lpstr>
      <vt:lpstr>Frame</vt:lpstr>
      <vt:lpstr>NextHikes IT Solutions</vt:lpstr>
      <vt:lpstr>Introduction :-</vt:lpstr>
      <vt:lpstr>Project Objective:-</vt:lpstr>
      <vt:lpstr>Data Understanding:-</vt:lpstr>
      <vt:lpstr>Data Cleaning:-</vt:lpstr>
      <vt:lpstr>  Heatmap shows relationships between features and price.   RAM has a strong positive correlation with price.   Memory also positively affects mobile price.   Rear camera has a moderate impact on price.   Battery has a slight positive relationship with price.   RAM and Memory are the most important factors for price.</vt:lpstr>
      <vt:lpstr>RAM  vs  PRICE</vt:lpstr>
      <vt:lpstr>Battery vs Price</vt:lpstr>
      <vt:lpstr>Average Price vs Brand</vt:lpstr>
      <vt:lpstr> Data Visualization Insights:-</vt:lpstr>
      <vt:lpstr>Feature Extraction:-</vt:lpstr>
      <vt:lpstr>Label Encoding:-</vt:lpstr>
      <vt:lpstr>Model Acurracy:-</vt:lpstr>
      <vt:lpstr>Challenges Faced &amp; Solutions:-</vt:lpstr>
      <vt:lpstr>Conclusion :-</vt:lpstr>
      <vt:lpstr>THANK YOU!!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20</cp:revision>
  <dcterms:created xsi:type="dcterms:W3CDTF">2026-03-07T08:14:14Z</dcterms:created>
  <dcterms:modified xsi:type="dcterms:W3CDTF">2026-03-09T04:29:07Z</dcterms:modified>
</cp:coreProperties>
</file>